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AF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924"/>
    <p:restoredTop sz="94664"/>
  </p:normalViewPr>
  <p:slideViewPr>
    <p:cSldViewPr snapToGrid="0">
      <p:cViewPr>
        <p:scale>
          <a:sx n="90" d="100"/>
          <a:sy n="90" d="100"/>
        </p:scale>
        <p:origin x="304" y="6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51F597-DB6F-1946-A106-799EEF966A3F}" type="datetimeFigureOut">
              <a:rPr lang="en-US" smtClean="0"/>
              <a:t>6/7/26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439690-4467-7E4D-9D53-7B0148D71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2962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439690-4467-7E4D-9D53-7B0148D711D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605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80F52-9D75-9844-A4C8-FF05466E0CF5}" type="datetimeFigureOut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D058D-5F42-A745-A1F1-994D77FB71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785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80F52-9D75-9844-A4C8-FF05466E0CF5}" type="datetimeFigureOut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D058D-5F42-A745-A1F1-994D77FB71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317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80F52-9D75-9844-A4C8-FF05466E0CF5}" type="datetimeFigureOut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D058D-5F42-A745-A1F1-994D77FB71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638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80F52-9D75-9844-A4C8-FF05466E0CF5}" type="datetimeFigureOut">
              <a:rPr lang="en-US" smtClean="0"/>
              <a:t>6/7/26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D058D-5F42-A745-A1F1-994D77FB71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686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80F52-9D75-9844-A4C8-FF05466E0CF5}" type="datetimeFigureOut">
              <a:rPr lang="en-US" smtClean="0"/>
              <a:t>6/7/26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D058D-5F42-A745-A1F1-994D77FB71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1452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80F52-9D75-9844-A4C8-FF05466E0CF5}" type="datetimeFigureOut">
              <a:rPr lang="en-US" smtClean="0"/>
              <a:t>6/7/26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D058D-5F42-A745-A1F1-994D77FB71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4851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80F52-9D75-9844-A4C8-FF05466E0CF5}" type="datetimeFigureOut">
              <a:rPr lang="en-US" smtClean="0"/>
              <a:t>6/7/26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D058D-5F42-A745-A1F1-994D77FB71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4580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80F52-9D75-9844-A4C8-FF05466E0CF5}" type="datetimeFigureOut">
              <a:rPr lang="en-US" smtClean="0"/>
              <a:t>6/7/26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D058D-5F42-A745-A1F1-994D77FB71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459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80F52-9D75-9844-A4C8-FF05466E0CF5}" type="datetimeFigureOut">
              <a:rPr lang="en-US" smtClean="0"/>
              <a:t>6/7/26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D058D-5F42-A745-A1F1-994D77FB71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429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80F52-9D75-9844-A4C8-FF05466E0CF5}" type="datetimeFigureOut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D058D-5F42-A745-A1F1-994D77FB71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561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80F52-9D75-9844-A4C8-FF05466E0CF5}" type="datetimeFigureOut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D058D-5F42-A745-A1F1-994D77FB71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6822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D9C80F52-9D75-9844-A4C8-FF05466E0CF5}" type="datetimeFigureOut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AB4D058D-5F42-A745-A1F1-994D77FB71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64640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95D6BEAA-2B2B-C57A-4AB3-7C395CA4E0D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-119295" y="-395478"/>
            <a:ext cx="12430590" cy="764895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C042B3F-096D-58CF-48F2-94C809179C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0693762">
            <a:off x="791275" y="829290"/>
            <a:ext cx="3794140" cy="5504688"/>
          </a:xfrm>
          <a:prstGeom prst="roundRect">
            <a:avLst>
              <a:gd name="adj" fmla="val 3368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contourClr>
              <a:srgbClr val="969696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A25011E-6281-DFE1-F113-24F139C861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895616">
            <a:off x="4585415" y="715487"/>
            <a:ext cx="3794140" cy="5504688"/>
          </a:xfrm>
          <a:prstGeom prst="roundRect">
            <a:avLst>
              <a:gd name="adj" fmla="val 3368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contourClr>
              <a:srgbClr val="969696"/>
            </a:contourClr>
          </a:sp3d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C966563-A7F0-DBEF-8434-7DE2CFF992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88345" y="319705"/>
            <a:ext cx="3794140" cy="5504688"/>
          </a:xfrm>
          <a:prstGeom prst="roundRect">
            <a:avLst>
              <a:gd name="adj" fmla="val 3184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contourClr>
              <a:srgbClr val="969696"/>
            </a:contourClr>
          </a:sp3d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1122592-8FEB-628D-CFBD-C495874D99C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4860" y="2752889"/>
            <a:ext cx="2128940" cy="2128940"/>
          </a:xfrm>
          <a:prstGeom prst="rect">
            <a:avLst/>
          </a:prstGeom>
          <a:effectLst>
            <a:glow rad="1905000">
              <a:schemeClr val="accent5">
                <a:lumMod val="50000"/>
                <a:alpha val="36000"/>
              </a:schemeClr>
            </a:glow>
            <a:softEdge rad="0"/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D754EE-C6CA-9C47-6D48-D474C8CAAE20}"/>
              </a:ext>
            </a:extLst>
          </p:cNvPr>
          <p:cNvSpPr txBox="1"/>
          <p:nvPr/>
        </p:nvSpPr>
        <p:spPr>
          <a:xfrm>
            <a:off x="9488356" y="5053108"/>
            <a:ext cx="172194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D4AF37"/>
                </a:solidFill>
                <a:latin typeface="Aptos Serif" panose="02020604070405020304" pitchFamily="18" charset="0"/>
                <a:cs typeface="Aptos Serif" panose="02020604070405020304" pitchFamily="18" charset="0"/>
              </a:rPr>
              <a:t>Dorsal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21097B4-A201-1147-D159-DD1FABBBC2A5}"/>
              </a:ext>
            </a:extLst>
          </p:cNvPr>
          <p:cNvSpPr txBox="1"/>
          <p:nvPr/>
        </p:nvSpPr>
        <p:spPr>
          <a:xfrm>
            <a:off x="7971722" y="5785355"/>
            <a:ext cx="47552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tx1">
                    <a:lumMod val="50000"/>
                  </a:schemeClr>
                </a:solidFill>
                <a:latin typeface="Aptos Serif" panose="02020604070405020304" pitchFamily="18" charset="0"/>
                <a:cs typeface="Aptos Serif" panose="02020604070405020304" pitchFamily="18" charset="0"/>
              </a:rPr>
              <a:t>Dream Psychologist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BD08399-8699-23D7-311F-DBA8D25948F0}"/>
              </a:ext>
            </a:extLst>
          </p:cNvPr>
          <p:cNvSpPr txBox="1"/>
          <p:nvPr/>
        </p:nvSpPr>
        <p:spPr>
          <a:xfrm>
            <a:off x="8164636" y="1858542"/>
            <a:ext cx="47552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Aptos Serif" panose="02020604070405020304" pitchFamily="18" charset="0"/>
                <a:cs typeface="Aptos Serif" panose="02020604070405020304" pitchFamily="18" charset="0"/>
              </a:rPr>
              <a:t>Waitlist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F59AC2C-4FBE-A9AC-EA57-D43A82DEB93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49883" y="472291"/>
            <a:ext cx="1184720" cy="118472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55781E7-3A0B-FD0B-5BB9-74E032FD4BC5}"/>
              </a:ext>
            </a:extLst>
          </p:cNvPr>
          <p:cNvSpPr txBox="1"/>
          <p:nvPr/>
        </p:nvSpPr>
        <p:spPr>
          <a:xfrm>
            <a:off x="7971721" y="6349230"/>
            <a:ext cx="47552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Aptos Serif" panose="02020604070405020304" pitchFamily="18" charset="0"/>
                <a:cs typeface="Aptos Serif" panose="02020604070405020304" pitchFamily="18" charset="0"/>
              </a:rPr>
              <a:t>By Kelvin Mathew</a:t>
            </a:r>
          </a:p>
        </p:txBody>
      </p:sp>
    </p:spTree>
    <p:extLst>
      <p:ext uri="{BB962C8B-B14F-4D97-AF65-F5344CB8AC3E}">
        <p14:creationId xmlns:p14="http://schemas.microsoft.com/office/powerpoint/2010/main" val="9150731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C0A3E416-13B0-4CFE-8B85-8989D8AEFB5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4030</TotalTime>
  <Words>8</Words>
  <Application>Microsoft Macintosh PowerPoint</Application>
  <PresentationFormat>Widescreen</PresentationFormat>
  <Paragraphs>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Aptos Serif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Kelvin Mathew, Kelvin</dc:creator>
  <cp:lastModifiedBy>Kelvin Mathew, Kelvin</cp:lastModifiedBy>
  <cp:revision>1</cp:revision>
  <dcterms:created xsi:type="dcterms:W3CDTF">2026-06-08T06:32:42Z</dcterms:created>
  <dcterms:modified xsi:type="dcterms:W3CDTF">2026-06-11T01:43:19Z</dcterms:modified>
</cp:coreProperties>
</file>